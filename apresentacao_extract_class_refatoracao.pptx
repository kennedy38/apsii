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080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tema: Extract Class é uma técnica de refatoração. Diga que a ideia é deixar o código mais organizado sem alterar o comportamento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com palavras simples: uma classe misturada vira duas classes, cada uma com uma função mais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uma analogia: em vez de guardar tudo em uma caixa só, criamos caixas separadas por assunto.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passos com calma. A palavra-chave é responsabilidade. O código deve continuar fazendo a mesma coisa, só que mais organizado.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classe Pedido deveria cuidar do pedido, mas também está guardando nome, email e telefone do cliente. Isso indica uma responsabilidade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esses três campos e esse método estão conectados entre si. Todos pertencem à ideia de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criamos uma classe Cliente para guardar dados e comportamentos do cliente. O método enviarConfirmacao foi junto porque usa o email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Pedido não guarda nome, email e telefone diretamente. Ele guarda um objeto Cliente. Quando precisa enviar confirmação, delega isso para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agora existem duas classes. Pedido cuida do pedido. Cliente cuida dos dados do cliente. O programa continua com o mesmo comportamento.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reforçando: refatorar não é mudar a função do programa. É reorganizar o código para ficar mais fácil de entender e manter.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76524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11111"/>
                </a:solidFill>
              </a:rPr>
              <a:t>Extract Class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4892040" cy="0"/>
          </a:xfrm>
          <a:prstGeom prst="line">
            <a:avLst/>
          </a:prstGeom>
          <a:noFill/>
          <a:ln w="508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1493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KENNEDY OLIVEIRA PIRES DA SILVA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Resumo: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uma classe está fazendo coisas demais, criamos uma nova classe para assumir uma parte dessa responsabilidade.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Ideia principal: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informações e métodos que pertencem ao mesmo conceito.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Resultado esperado: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menores, código mais claro e manutenção mais fácil.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440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1920"/>
                </a:solidFill>
              </a:rPr>
              <a:t>Exemplo da apresentação: separar os dados do Cliente da classe Pedido.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2870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Motivação: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muito grandes ficam difíceis de entender, testar e modificar.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Problema comum: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classe começa com uma função simples, mas vai recebendo dados e métodos de outras ideias.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Solução: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 a parte que está sobrando para uma nova classe.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5074920"/>
            <a:ext cx="96926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3492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Antes: uma classe faz tudo  →  Depois: cada classe tem uma responsabilidade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Mecânica: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996696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um grupo de campos e métodos que formam uma responsabilidade separada.
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nova classe para representar essa responsabilidade.
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Mova os campos e métodos relacionados para a nova classe.
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classe antiga, substitua os campos por um objeto da nova classe.
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e teste para garantir que o comportamento não mudou.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Exemplo antes da refatoração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508760" y="1554480"/>
            <a:ext cx="9235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673352"/>
            <a:ext cx="8961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Pedido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produto;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valor;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nomeCliente;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emailCliente;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telefoneCliente;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enviarConfirmacao()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System.out.println("Enviando para: " + emailCliente);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calcularTotal()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6053328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20"/>
                </a:solidFill>
              </a:rPr>
              <a:t>Problema: Pedido mistura dados do pedido com dados do cliente.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Passo 1: encontrar o grupo que será extraído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1737360"/>
            <a:ext cx="9235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856232"/>
            <a:ext cx="8961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nomeCliente;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emailCliente;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telefoneCliente;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enviarConfirmacao()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System.out.println("Enviando para: " + emailCliente);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</a:rPr>
              <a:t>Esses campos e método falam sobre Cliente, não sobre Pedido.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53218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Então, eles são bons candidatos para uma nova classe.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Passo 2: criar a nova classe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17320" y="1417320"/>
            <a:ext cx="93726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536192"/>
            <a:ext cx="9098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 {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nome;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telefone;</a:t>
            </a:r>
            <a:endParaRPr lang="en-US" sz="1340" dirty="0"/>
          </a:p>
          <a:p>
            <a:pPr marL="0" indent="0">
              <a:buNone/>
            </a:pP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Cliente(String nome, String email, String telefone) {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this.nome = nome;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this.email = email;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this.telefone = telefone;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40" dirty="0"/>
          </a:p>
          <a:p>
            <a:pPr marL="0" indent="0">
              <a:buNone/>
            </a:pP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enviarConfirmacao() {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System.out.println("Enviando para: " + email);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Passo 3: alterar a classe antiga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94640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536192"/>
            <a:ext cx="91897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Pedido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produto;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valor;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Cliente cliente;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Pedido(String produto, double valor, Cliente cliente)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this.produto = produto;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this.valor = valor;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this.cliente = cliente;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enviarConfirmacao()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cliente.enviarConfirmacao();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calcularTotal()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Resultado final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444752"/>
            <a:ext cx="973836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63624"/>
            <a:ext cx="9464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Pedido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produto;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valor;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Cliente cliente;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calcularTotal()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nome;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email;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telefone;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enviarConfirmacao()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System.out.println("Enviando para: " + email);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237744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2870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Quando usar: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uma classe tem muitos campos, muitos métodos ou mistura assuntos diferentes.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Vantagens: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organização, reutilização, testes mais simples e menor risco de erro ao alterar o código.
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Cuidado: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crie classes demais sem necessidade; extraia apenas quando existir uma responsabilidade clara.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 smtClean="0">
                <a:solidFill>
                  <a:srgbClr val="D71920"/>
                </a:solidFill>
              </a:rPr>
              <a:t>“</a:t>
            </a:r>
            <a:r>
              <a:rPr lang="en-US" sz="2100" b="1" dirty="0">
                <a:solidFill>
                  <a:srgbClr val="D71920"/>
                </a:solidFill>
              </a:rPr>
              <a:t>Extract Class deixa cada classe responsável por uma ideia principal.”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320272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758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Extract Class — Refatoração</dc:title>
  <dc:subject>Apresentação sobre refatoração Extract Class</dc:subject>
  <dc:creator>OpenAI</dc:creator>
  <cp:lastModifiedBy>kennedy oliveira</cp:lastModifiedBy>
  <cp:revision>3</cp:revision>
  <dcterms:created xsi:type="dcterms:W3CDTF">2026-09-25T01:57:52Z</dcterms:created>
  <dcterms:modified xsi:type="dcterms:W3CDTF">2026-09-25T02:16:20Z</dcterms:modified>
</cp:coreProperties>
</file>